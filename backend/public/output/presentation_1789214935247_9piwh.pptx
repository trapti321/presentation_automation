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Startup Pitch Deck - Seed Round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Strategic Overview &amp; Actionable Plan for Saas Startup Pitch Deck - Seed Round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5  |  Saas Startup Pitch Deck - Seed 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5  |  Saas Startup Pitch Deck - Seed 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Pillars of Saas Startup Pitch Deck - Seed Round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Accelerating automation &amp; efficiency across Saas Startup Pitch Deck - Seed Round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5  |  Saas Startup Pitch Deck - Seed 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5  |  Saas Startup Pitch Deck - Seed 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 Startup Pitch Deck - Seed Round</dc:title>
  <dc:subject>PptxGenJS Presentation</dc:subject>
  <dc:creator>Presenton Engine</dc:creator>
  <cp:lastModifiedBy>Presenton Engine</cp:lastModifiedBy>
  <cp:revision>1</cp:revision>
  <dcterms:created xsi:type="dcterms:W3CDTF">2026-09-12T12:08:55Z</dcterms:created>
  <dcterms:modified xsi:type="dcterms:W3CDTF">2026-09-12T12:08:55Z</dcterms:modified>
</cp:coreProperties>
</file>