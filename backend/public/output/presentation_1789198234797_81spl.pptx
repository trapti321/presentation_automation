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1371600" cy="914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STRATEGY &amp; EXECUTION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Saas Startup Pitch Deck - Seed Round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402336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Strategic Overview &amp; Actionable Plan for Saas Startup Pitch Deck - Seed Round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via Presenton Engine  • 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 of 4  |  Saas Startup Pitch Deck - Seed Round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Key Market Metrics &amp; Performance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Quantifiable indicators driving strategic growth and execution impact.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246888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4688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85%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36576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Efficiency Gain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44805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workflow speedup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2011680"/>
            <a:ext cx="246888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24688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$4.2M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657600" y="36576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Projected Value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0" y="44805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cost optimization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2011680"/>
            <a:ext cx="246888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24688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3.5x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400800" y="36576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ROI Multiple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44805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over 12 months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61120" y="2011680"/>
            <a:ext cx="246888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0" y="24688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99.9%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9144000" y="36576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Uptime Reliability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0" y="44805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architecture standard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 of 4  |  Saas Startup Pitch Deck - Seed Round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Core Pillars of Saas Startup Pitch Deck - Seed Round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analysis comparing key structural components.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12064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945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Strategic Drivers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2834640"/>
            <a:ext cx="43891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Accelerating automation &amp; efficiency across Saas Startup Pitch Deck - Seed Round initiatives.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Scalable modular framework supporting enterprise-grade integration.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Data-driven decision models utilizing real-time performance telemetry.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828800"/>
            <a:ext cx="512064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21945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18C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Key Operational Outcomes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75120" y="2834640"/>
            <a:ext cx="43891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Reduced cycle time from prompt conceptualization to execution.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Enhanced security posture and compliance transparency.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Seamless interoperability across API endpoints and workflow engines.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4 of 4  |  Saas Startup Pitch Deck - Seed Round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Core Capabilities &amp; Solution Pillars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feature architecture delivering immediate value.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512064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920240"/>
            <a:ext cx="91440" cy="19202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1488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Automated Generation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56032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 complex text instructions into visual 16:9 presentation slides instantaneously.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920240"/>
            <a:ext cx="512064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920240"/>
            <a:ext cx="91440" cy="192024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1488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Multi-Engine Integration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83680" y="256032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via native Web APIs, n8n automation pipelines, or MCP AI assistant tools.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4114800"/>
            <a:ext cx="512064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4114800"/>
            <a:ext cx="91440" cy="19202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3434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Curated Design System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475488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harmonized color palettes, high-contrast typography, and balanced card layouts.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4114800"/>
            <a:ext cx="512064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4114800"/>
            <a:ext cx="91440" cy="192024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43434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Native PPTX Export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83680" y="475488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ready-to-present PowerPoint decks compatible with MS Office, Keynote, and Google Slides.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ContentBeta Presentation Automation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Saas Startup Pitch Deck - Seed Round</dc:title>
  <dc:subject>PptxGenJS Presentation</dc:subject>
  <dc:creator>Presenton Engine</dc:creator>
  <cp:lastModifiedBy>Presenton Engine</cp:lastModifiedBy>
  <cp:revision>1</cp:revision>
  <dcterms:created xsi:type="dcterms:W3CDTF">2026-09-12T07:30:34Z</dcterms:created>
  <dcterms:modified xsi:type="dcterms:W3CDTF">2026-09-12T07:30:34Z</dcterms:modified>
</cp:coreProperties>
</file>