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Keynote: The Future Of Cloud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Keynote: The Future Of Cloud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7  |  Keynote: The Future Of Cloud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7  |  Keynote: The Future Of Cloud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Keynote: The Future Of Cloud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Keynote: The Future Of Cloud Architecture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7  |  Keynote: The Future Of Cloud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7  |  Keynote: The Future Of Cloud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7  |  Keynote: The Future Of Cloud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Vision &amp; Strategic Directive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perspective on long-term transformation.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9418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011680"/>
            <a:ext cx="137160" cy="3840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920240" y="3017520"/>
            <a:ext cx="8321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"Innovation in automation isn't just about speed; it's about turning complex data into clear, persuasive visual communication that drives immediate action."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475488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Chief Product Officer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Automation &amp; AI Strategy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7  |  Keynote: The Future Of Cloud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Keynote: The Future Of Cloud Architecture - Key Topic Section 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breakdown of strategic objective #7.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Priority 7A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Focus area for Keynote: The Future Of Cloud Architecture optimization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Milestone tracking and performance audit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Stakeholder review and sign-off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Priority 7B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mitigation strategy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 allocation matrix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Final deployment checklist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Keynote: The Future Of Cloud Architecture</dc:title>
  <dc:subject>PptxGenJS Presentation</dc:subject>
  <dc:creator>Presenton Engine</dc:creator>
  <cp:lastModifiedBy>Presenton Engine</cp:lastModifiedBy>
  <cp:revision>1</cp:revision>
  <dcterms:created xsi:type="dcterms:W3CDTF">2026-09-12T11:33:00Z</dcterms:created>
  <dcterms:modified xsi:type="dcterms:W3CDTF">2026-09-12T11:33:00Z</dcterms:modified>
</cp:coreProperties>
</file>