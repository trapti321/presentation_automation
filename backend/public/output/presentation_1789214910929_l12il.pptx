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13716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&amp; 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 Science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Strategic Overview &amp; Actionable Plan for Neuro Science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via Presenton Engine  •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  |  Neuro Science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Market Metrics &amp;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indicators driving strategic growth and execution impact.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 speedup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optimization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3.5x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008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Multiple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over 12 months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46888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144000" y="36576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Uptime Reliability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448056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standard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  |  Neuro Science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Pillars of Neuro Science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analysis comparing key structural components.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Drivers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Accelerating automation &amp; efficiency across Neuro Science initiatives.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Scalable modular framework supporting enterprise-grade integration.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Data-driven decision models utilizing real-time performance telemetry.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12064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Operational Outcomes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834640"/>
            <a:ext cx="4389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Reduced cycle time from prompt conceptualization to execution.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Enhanced security posture and compliance transparency.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Seamless interoperability across API endpoints and workflow engines.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  |  Neuro Science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Capabilities &amp; Solution Pillars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feature architecture delivering immediate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Generation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complex text instructions into visual 16:9 presentation slides instantaneously.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920240"/>
            <a:ext cx="9144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148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Multi-Engine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native Web APIs, n8n automation pipelines, or MCP AI assistant tools.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114800"/>
            <a:ext cx="91440" cy="1920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Design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harmonized color palettes, high-contrast typography, and balanced card layouts.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114800"/>
            <a:ext cx="512064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114800"/>
            <a:ext cx="91440" cy="1920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PPTX Export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ready-to-present PowerPoint decks compatible with MS Office, Keynote, and Google Slides.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  |  Neuro Science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 &amp; Milestones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sequence from initial setup to full adoption.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&amp;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requirements, choose theme, and configure API or MCP parameters.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slide structure, populate key metrics, and refine slide components.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Customization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live in the deck previewer and adjust slide titles and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011680"/>
            <a:ext cx="24688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74320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&amp; Present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0" y="356616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native PPTX presentation and present directly to stakeholders.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ContentBeta Presentation Automation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 Science</dc:title>
  <dc:subject>PptxGenJS Presentation</dc:subject>
  <dc:creator>Presenton Engine</dc:creator>
  <cp:lastModifiedBy>Presenton Engine</cp:lastModifiedBy>
  <cp:revision>1</cp:revision>
  <dcterms:created xsi:type="dcterms:W3CDTF">2026-09-12T12:08:30Z</dcterms:created>
  <dcterms:modified xsi:type="dcterms:W3CDTF">2026-09-12T12:08:30Z</dcterms:modified>
</cp:coreProperties>
</file>