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097280"/>
            <a:ext cx="1371600" cy="9144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STRATEGY &amp; EXECUTION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31520" y="1920240"/>
            <a:ext cx="105156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8FAF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Ai In Modern Healthcare - Diagnostics &amp; Patient Care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31520" y="4023360"/>
            <a:ext cx="96012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Comprehensive Strategic Overview &amp; Actionable Plan for Ai In Modern Healthcare - Diagnostics &amp; Patient Care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56692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Generated via Presenton Engine  •  September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2 of 5  |  Ai In Modern Healthcare - Diagnostics &amp; Patient Care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Key Market Metrics &amp; Performance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Quantifiable indicators driving strategic growth and execution impact.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2011680"/>
            <a:ext cx="2468880" cy="38404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468880"/>
            <a:ext cx="2103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38BDF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85%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914400" y="3657600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Efficiency Gain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4480560"/>
            <a:ext cx="21031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workflow speedup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474720" y="2011680"/>
            <a:ext cx="2468880" cy="38404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0" y="2468880"/>
            <a:ext cx="2103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38BDF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$4.2M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3657600" y="3657600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Projected Value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657600" y="4480560"/>
            <a:ext cx="21031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Annual cost optimization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17920" y="2011680"/>
            <a:ext cx="2468880" cy="38404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0" y="2468880"/>
            <a:ext cx="2103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38BDF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3.5x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6400800" y="3657600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ROI Multiple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00800" y="4480560"/>
            <a:ext cx="21031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Measured over 12 months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961120" y="2011680"/>
            <a:ext cx="2468880" cy="38404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0" y="2468880"/>
            <a:ext cx="2103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38BDF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99.9%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9144000" y="3657600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Uptime Reliability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144000" y="4480560"/>
            <a:ext cx="21031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architecture standard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3 of 5  |  Ai In Modern Healthcare - Diagnostics &amp; Patient Care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Core Pillars of Ai In Modern Healthcare - Diagnostics &amp; Patient Care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analysis comparing key structural components.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1828800"/>
            <a:ext cx="5120640" cy="41148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219456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8BDF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Strategic Drivers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97280" y="2834640"/>
            <a:ext cx="438912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Accelerating automation &amp; efficiency across Ai In Modern Healthcare - Diagnostics &amp; Patient Care initiatives.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Scalable modular framework supporting enterprise-grade integration.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Data-driven decision models utilizing real-time performance telemetry.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309360" y="1828800"/>
            <a:ext cx="5120640" cy="41148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75120" y="219456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18CF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Key Operational Outcomes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675120" y="2834640"/>
            <a:ext cx="438912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Reduced cycle time from prompt conceptualization to execution.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Enhanced security posture and compliance transparency.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Seamless interoperability across API endpoints and workflow engines.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4 of 5  |  Ai In Modern Healthcare - Diagnostics &amp; Patient Care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Core Capabilities &amp; Solution Pillars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End-to-end feature architecture delivering immediate value.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1920240"/>
            <a:ext cx="5120640" cy="19202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920240"/>
            <a:ext cx="91440" cy="192024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214884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Automated Generation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05840" y="2560320"/>
            <a:ext cx="46634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 complex text instructions into visual 16:9 presentation slides instantaneously.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309360" y="1920240"/>
            <a:ext cx="5120640" cy="19202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309360" y="1920240"/>
            <a:ext cx="91440" cy="1920240"/>
          </a:xfrm>
          <a:prstGeom prst="rect">
            <a:avLst/>
          </a:prstGeom>
          <a:solidFill>
            <a:srgbClr val="818CF8"/>
          </a:solidFill>
          <a:ln/>
        </p:spPr>
      </p:sp>
      <p:sp>
        <p:nvSpPr>
          <p:cNvPr id="11" name="Text 9"/>
          <p:cNvSpPr/>
          <p:nvPr/>
        </p:nvSpPr>
        <p:spPr>
          <a:xfrm>
            <a:off x="6583680" y="214884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Multi-Engine Integration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583680" y="2560320"/>
            <a:ext cx="46634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 via native Web APIs, n8n automation pipelines, or MCP AI assistant tools.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31520" y="4114800"/>
            <a:ext cx="5120640" cy="19202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31520" y="4114800"/>
            <a:ext cx="91440" cy="192024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15" name="Text 13"/>
          <p:cNvSpPr/>
          <p:nvPr/>
        </p:nvSpPr>
        <p:spPr>
          <a:xfrm>
            <a:off x="1005840" y="434340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Curated Design System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05840" y="4754880"/>
            <a:ext cx="46634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Apply harmonized color palettes, high-contrast typography, and balanced card layouts.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309360" y="4114800"/>
            <a:ext cx="5120640" cy="19202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309360" y="4114800"/>
            <a:ext cx="91440" cy="1920240"/>
          </a:xfrm>
          <a:prstGeom prst="rect">
            <a:avLst/>
          </a:prstGeom>
          <a:solidFill>
            <a:srgbClr val="818CF8"/>
          </a:solidFill>
          <a:ln/>
        </p:spPr>
      </p:sp>
      <p:sp>
        <p:nvSpPr>
          <p:cNvPr id="19" name="Text 17"/>
          <p:cNvSpPr/>
          <p:nvPr/>
        </p:nvSpPr>
        <p:spPr>
          <a:xfrm>
            <a:off x="6583680" y="434340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Native PPTX Export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583680" y="4754880"/>
            <a:ext cx="46634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Download ready-to-present PowerPoint decks compatible with MS Office, Keynote, and Google Slides.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5 of 5  |  Ai In Modern Healthcare - Diagnostics &amp; Patient Care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Implementation Roadmap &amp; Milestones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Phased rollout sequence from initial setup to full adoption.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2011680"/>
            <a:ext cx="2468880" cy="39319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28600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Phase 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2743200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Discovery &amp; Setup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3566160"/>
            <a:ext cx="210312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 requirements, choose theme, and configure API or MCP parameters.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474720" y="2011680"/>
            <a:ext cx="2468880" cy="39319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0" y="228600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Phase 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57600" y="2743200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Automated Build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657600" y="3566160"/>
            <a:ext cx="210312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 slide structure, populate key metrics, and refine slide components.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17920" y="2011680"/>
            <a:ext cx="2468880" cy="39319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0" y="228600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Phase 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00800" y="2743200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Review &amp; Customization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00800" y="3566160"/>
            <a:ext cx="210312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Iterate live in the deck previewer and adjust slide titles and content.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961120" y="2011680"/>
            <a:ext cx="2468880" cy="39319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0" y="228600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Phase 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144000" y="2743200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Deploy &amp; Present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144000" y="3566160"/>
            <a:ext cx="210312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Export native PPTX presentation and present directly to stakeholders.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ContentBeta Presentation Automation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In Modern Healthcare - Diagnostics &amp; Patient Care</dc:title>
  <dc:subject>PptxGenJS Presentation</dc:subject>
  <dc:creator>Presenton Engine</dc:creator>
  <cp:lastModifiedBy>Presenton Engine</cp:lastModifiedBy>
  <cp:revision>1</cp:revision>
  <dcterms:created xsi:type="dcterms:W3CDTF">2026-09-12T07:30:23Z</dcterms:created>
  <dcterms:modified xsi:type="dcterms:W3CDTF">2026-09-12T07:30:23Z</dcterms:modified>
</cp:coreProperties>
</file>